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92C6D-1072-741B-2C70-B987C7EED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1C832D-FADC-15DA-84AB-C2DD190B2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DDB110-EBE8-9D3D-D394-8844E9BD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D067-80E6-475B-9881-2C2E3586DBAA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987A1B-E062-9F16-D21F-2F6829950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774657-6E03-D5D8-828F-25653F34F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E76AC-355A-4781-B119-DF53F4F1D5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9057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40CAF-94A7-4DC7-DBC2-53C14497A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D9726E-A878-6D84-D12C-2CF1B46D2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7B0111-7CC1-4D5D-2A7F-5DC77280D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D067-80E6-475B-9881-2C2E3586DBAA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4538CB-464D-4A81-DB62-49D18A726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398BE8-BD2D-A56F-34B1-41B14413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E76AC-355A-4781-B119-DF53F4F1D5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589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F7851-13D4-6762-903F-8D3BBD7B6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1CF623-AA38-290F-27FC-99155FDAE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C102A-B6E0-E51D-F9C3-BB49F01C8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D067-80E6-475B-9881-2C2E3586DBAA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6DB849-7924-94C3-E771-EEB4D35F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4A1688-0CE2-F555-95B3-E51B1E66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E76AC-355A-4781-B119-DF53F4F1D5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131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D0A35-8D01-A52A-0478-E1BC53CF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9AD087-F247-DCAC-01D5-AAF49D19A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04290A-9384-2BD2-CCA7-15E7E4A78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82A3A9-B1B1-E6F4-09C7-41AAA474B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D067-80E6-475B-9881-2C2E3586DBAA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97553D-E920-498F-74BE-6C4DF46A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56C46B-3AEE-BD56-31E8-357F7EDC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E76AC-355A-4781-B119-DF53F4F1D5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4866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770B7-5581-96A8-04A4-FBC5F59B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E412F-0BF0-F94B-D653-D8E9B0D61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F74567-71B0-16A6-E8CF-F5A746740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1932D7-1E5A-025A-1B21-43D384C8E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CD3E92-80F9-2524-8894-751306BFD0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1231D6-8394-1836-8A55-FC9169070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D067-80E6-475B-9881-2C2E3586DBAA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8682AA-84DE-A1E3-D33E-C1DD0D10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1F568A-356D-5E85-DC60-0D83D791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E76AC-355A-4781-B119-DF53F4F1D5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26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3F184-7AB6-E11F-0BF2-9A0ADBB0C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D8F5A14-A2A0-E109-1AA6-A012E9FF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D067-80E6-475B-9881-2C2E3586DBAA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0F1908-7FED-A0FD-1497-8EFE186F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3057370-AEAE-B096-C86C-277592D8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E76AC-355A-4781-B119-DF53F4F1D5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9276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E051299-565C-93E7-09A8-CE574F99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D067-80E6-475B-9881-2C2E3586DBAA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5903FC-863F-0925-A829-C6BBC0A9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D68221-DDDB-C0D8-F109-F7C8769E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E76AC-355A-4781-B119-DF53F4F1D5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825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CE19F-F6AA-77B5-2719-5BA6AE6E1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8E91BA-19AB-FA1D-BC23-C46402BCB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DB91F9-56CC-8AF1-89E6-F813FE144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2E447F-B777-8A25-C57D-98E602B5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D067-80E6-475B-9881-2C2E3586DBAA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0E58DC-E804-9665-80CB-A209292E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746301-FB0C-613B-11BB-B62E2A35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E76AC-355A-4781-B119-DF53F4F1D5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350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29D7E-933E-0A02-F058-856602F7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2E2697E-CB39-CCA6-9211-52C65846C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24470E-AEAB-8B9B-083D-80F9C9DD9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5A8192-F012-6B7A-1C82-EFE372287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D067-80E6-475B-9881-2C2E3586DBAA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A53D48-F43C-31D5-9A48-7AACC341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DBC7C1-1CEE-680E-C3AC-98FB27B2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E76AC-355A-4781-B119-DF53F4F1D5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385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58D2E-1D25-6A93-E67C-485B521FF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04C511-D24F-4C01-C61C-EA17CDBE8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B1F556-8A0C-FCAA-3937-CC99EB86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D067-80E6-475B-9881-2C2E3586DBAA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B29BF4-11FE-E4FA-CEBC-BD8BDB834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2593E4-5FBE-CF4B-11AD-EF1741EB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E76AC-355A-4781-B119-DF53F4F1D5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736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1A4EC2-2EDF-7C98-0550-199324CCAD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E2CF42-2B0B-92C1-CEB1-62A6E81A0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2B6035-35BB-1CF3-CFD3-EBE5D49B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D067-80E6-475B-9881-2C2E3586DBAA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28A084-7B04-3176-8EA0-107DBA3E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98CC9-00F6-50BE-A6BD-8E89D625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E76AC-355A-4781-B119-DF53F4F1D5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002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32F65F-6BCD-16A2-20D8-F41D9DE1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63AB12-F0FF-945E-AB6F-EB0307F60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E7BE0B-3E19-B14B-4A04-A528CB59D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DD067-80E6-475B-9881-2C2E3586DBAA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C05323-7563-D089-58FD-8ABD640B4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119545-E845-EF4A-DCB0-7FF0C2662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E76AC-355A-4781-B119-DF53F4F1D5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637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A3282E8-7481-EFB6-B0F7-48220DDDC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6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4371312-B13F-D347-7020-AE7A09434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6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4371312-B13F-D347-7020-AE7A09434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D3F9B3C-6D64-D5D4-E4C4-E5A852922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7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4371312-B13F-D347-7020-AE7A09434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D3F9B3C-6D64-D5D4-E4C4-E5A852922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D85ABEF-20F6-673B-DDCE-680B5FD7C6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3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366F1A0-3B06-B0D9-A1C8-D24EB1685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79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3BC27F9-8413-68C5-3327-20895B30B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1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E2665B3-C205-5BF8-1BBB-65BEFFFC5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11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76EBF89-E914-EDD0-F1FA-CAD16A0D1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406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87A6FE39-DDBB-C1A7-017A-FB5DD703D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24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, Aplicación, Tabla&#10;&#10;El contenido generado por IA puede ser incorrecto.">
            <a:extLst>
              <a:ext uri="{FF2B5EF4-FFF2-40B4-BE49-F238E27FC236}">
                <a16:creationId xmlns:a16="http://schemas.microsoft.com/office/drawing/2014/main" id="{7FB02D52-C7A4-FB5E-A679-5B1982732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4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Interfaz de usuario gráfica, Diagrama&#10;&#10;El contenido generado por IA puede ser incorrecto.">
            <a:extLst>
              <a:ext uri="{FF2B5EF4-FFF2-40B4-BE49-F238E27FC236}">
                <a16:creationId xmlns:a16="http://schemas.microsoft.com/office/drawing/2014/main" id="{0F1271A4-1A3A-E314-EC9E-F875570D0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27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CFD4BD59-5730-6D82-95AA-3CBDB1483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374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2A644E9F-3B8D-7B5C-05D0-D04087EF1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90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6F9BF76-3192-36E9-3168-9E97A957C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3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8" name="Imagen 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AD09D35-294B-BFF6-E17D-A9F8EF7D0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569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037A202-2207-76EA-1027-210635ADC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37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C550AA1-A50C-78E0-A6B1-9C749D853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8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518AF972-9295-D270-93C8-6AAA4B7C4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62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D44B200-1DB2-04DD-69A4-8F328D2D2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137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Diagrama, Texto&#10;&#10;El contenido generado por IA puede ser incorrecto.">
            <a:extLst>
              <a:ext uri="{FF2B5EF4-FFF2-40B4-BE49-F238E27FC236}">
                <a16:creationId xmlns:a16="http://schemas.microsoft.com/office/drawing/2014/main" id="{273F0035-DEE6-1F8F-65AE-67A76393D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23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Interfaz de usuario gráfica, Aplicación, Tabla&#10;&#10;El contenido generado por IA puede ser incorrecto.">
            <a:extLst>
              <a:ext uri="{FF2B5EF4-FFF2-40B4-BE49-F238E27FC236}">
                <a16:creationId xmlns:a16="http://schemas.microsoft.com/office/drawing/2014/main" id="{477CC170-7991-9EF3-2E3A-6E43A4542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07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D32421F-C392-459C-0835-1D6E6770E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935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8BFB7892-9A1D-D4B7-E67D-0F93E51F2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77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9ACF8B0C-9DF0-DD40-3DF5-F33465EDF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35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19CC92B-96FB-AD2D-8F4D-E4C85146D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767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7321047-3C32-3D11-0782-747A911F0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99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9FFB-83CF-AFF4-C381-1A1AEBE3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96732-1452-CEAC-EFDC-520302DB7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BF727D86-CDF7-91D1-DBAF-6101908F2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849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Panorámica</PresentationFormat>
  <Paragraphs>0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vicente antonio juan magallanes</dc:creator>
  <cp:lastModifiedBy>vicente antonio juan magallanes</cp:lastModifiedBy>
  <cp:revision>1</cp:revision>
  <dcterms:created xsi:type="dcterms:W3CDTF">2025-04-14T11:25:31Z</dcterms:created>
  <dcterms:modified xsi:type="dcterms:W3CDTF">2025-04-14T11:29:44Z</dcterms:modified>
</cp:coreProperties>
</file>